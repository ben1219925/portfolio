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f6ee393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f6ee393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f6ee393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f6ee393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f6ee393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f6ee393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hScZaRypzMmcjG7nBYeDFp5FqsIXRHGn/view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uJ2VTWQ7DpoDnb0UGIWlIhPFB5RPdWkU/view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0JZZaq5X9cyeLMnTzEoJ6cQfyL944TZv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Integration: Wall Following and AEB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Wall Following</a:t>
            </a:r>
            <a:endParaRPr/>
          </a:p>
        </p:txBody>
      </p:sp>
      <p:pic>
        <p:nvPicPr>
          <p:cNvPr id="61" name="Google Shape;61;p14" title="IMG_134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Emergency Braking (AEB)</a:t>
            </a:r>
            <a:endParaRPr/>
          </a:p>
        </p:txBody>
      </p:sp>
      <p:pic>
        <p:nvPicPr>
          <p:cNvPr id="67" name="Google Shape;67;p15" title="IMG_134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pic>
        <p:nvPicPr>
          <p:cNvPr id="73" name="Google Shape;73;p16" title="IMG_134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